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【บทพูดพิธีกร - สไลด์ที่ 1: ต้อนรับผู้บริหารและเกริ่นนำวิสัยทัศน์】</a:t>
            </a:r>
          </a:p>
          <a:p/>
          <a:p>
            <a:r>
              <a:t>"กราบเรียนท่านผู้บริหาร คณะทำงาน และแขกผู้มีเกียรติทุกท่านครับ ผมขอต้อนรับทุกท่านเข้าสู่การนำเสนอเชิงกลยุทธ์ ของ ฟูจิตสึ ประเทศไทย (FTH) ในหัวข้อ 'Empowering Enterprise ERP with Microsoft Copilot AI' ครับ</a:t>
            </a:r>
          </a:p>
          <a:p/>
          <a:p>
            <a:r>
              <a:t>ในวันนี้ เรามีความยินดีเป็นอย่างยิ่งที่จะแบ่งปันวิสัยทัศน์ในการยกระดับระบบ Dynamics 365 Finance &amp; Operations โดยการนำเทคโนโลยีปัญญาประดิษฐ์ระดับองค์กรอย่าง Microsoft Copilot Studio และ Azure AI เข้ามาเสริมความแข็งแกร่ง ให้กับกระบวนการบัญชีและการเงินของไทย</a:t>
            </a:r>
          </a:p>
          <a:p/>
          <a:p>
            <a:r>
              <a:t>เป้าหมายสำคัญของเราในวันนี้ ไม่ใช่เพียงการแนะนำเทคโนโลยีใหม่ แต่เป็นการสร้าง New Strategic Asset และเพิ่มมูลค่าการแข่งขัน ให้กับ FTH ในฐานะผู้นำโซลูชันด้านดิจิทัลทรานส์ฟอร์เมชันที่ได้รับความไว้วางใจสูงสุดในประเทศไทยครับ"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【บทพูดพิธีกร - สไลด์ที่ 2: ชี้ให้เห็นความท้าทายและโอกาส】</a:t>
            </a:r>
          </a:p>
          <a:p/>
          <a:p>
            <a:r>
              <a:t>"ทุกท่านครับ เมื่อมองย้อนกลับมาที่การดำเนินงานจริงในปัจจุบัน ระบบ ERP แบบดั้งเดิมทำหน้าที่บันทึกประวัติ หรือ System of Record ได้ดี แต่ปัญหาคอขวดที่แท้จริงขององค์กรธุรกิจในประเทศไทย คือภาระงานของทีมบัญชี (AP) ที่ต้องตรวจสอบเอกสารใบกำกับภาษี PDF จำนวนหลายร้อยหลายพันใบในแต่ละเดือน</a:t>
            </a:r>
          </a:p>
          <a:p/>
          <a:p>
            <a:r>
              <a:t>ทั้งการตรวจสอบเลขประจำตัวผู้เสียภาษี 13 หลัก, สาขา 5 หลัก, การจับคู่ 3-Way Matching, และการคำนวณภาษีหัก ณ ที่จ่าย ประกอบกับนโยบายของกรมสรรพากรที่กำลังขับเคลื่อนสู่ e-Tax Invoice อย่างเต็มรูปแบบ ความผิดพลาดแม้เพียงเล็กน้อย ย่อมหมายถึงความล่าช้าและผลกระทบทางภาษี</a:t>
            </a:r>
          </a:p>
          <a:p/>
          <a:p>
            <a:r>
              <a:t>นี่คือสาเหตุที่ ฟูจิตสึ เล็งเห็นโอกาสครั้งสำคัญ ในการเปลี่ยนผ่าน D365 ให้กลายเป็น 'System of Intelligence' เพื่อช่วยแบ่งเบาภาระงานซ้ำซ้อน และเพิ่มความแม่นยำให้กับการเงินขององค์กรครับ"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【บทพูดพิธีกร - สไลด์ที่ 3: เสริมแกร่งผลิตภัณฑ์และคุณค่าของ FTH】</a:t>
            </a:r>
          </a:p>
          <a:p/>
          <a:p>
            <a:r>
              <a:t>"ในแง่ของความคุ้มค่าและผลประโยชน์เชิงกลยุทธ์ โครงการนี้ได้สร้างคุณค่าสองด้านพร้อมกันครับ</a:t>
            </a:r>
          </a:p>
          <a:p/>
          <a:p>
            <a:r>
              <a:t>ด้านแรก คือความแข็งแกร่งของผลิตภัณฑ์ Dynamics 365 ที่ได้รับการอัปเกรดให้มี AI ทำงานอยู่เบื้องหลังอย่างแท้จริง ช่วยเตรียมเอกสารร่าง ตรวจสอบกฎหมายภาษีไทย และคงมาตรฐานความปลอดภัยระดับสูงสุด โดยไม่ปล่อยให้ AI โพสต์ข้อมูลโดยพลการ</a:t>
            </a:r>
          </a:p>
          <a:p/>
          <a:p>
            <a:r>
              <a:t>และด้านที่สอง ซึ่งสำคัญยิ่งต่อ ฟูจิตสึ ประเทศไทย คือการสร้าง 'ความแตกต่างที่เหนือกว่า' ในตลาด ERP เราจะไม่ได้เป็นเพียงผู้ Implement ระบบตามคู่มือทั่วไป แต่เราจะเป็นเจ้าของ Intellectual Property หรือทรัพย์สินทางปัญญา ที่ตอบโจทย์ภาษีไทยด้วย AI ซึ่งสร้าง Margin ที่สูงขึ้น เปิดประตูสู่กลุ่มลูกค้าบริษัทข้ามชาติทั้งญี่ปุ่นและไทย และตอกย้ำภาพลักษณ์ของ Fujitsu ในฐานะผู้นำด้านนวัตกรรมองค์กรครับ"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【บทพูดพิธีกร - สไลด์ที่ 4: สรุปหัวข้อและส่งต่อเข้าสู่ Live Interactive Deck】</a:t>
            </a:r>
          </a:p>
          <a:p/>
          <a:p>
            <a:r>
              <a:t>"และในลำดับถัดไป เพื่อให้ทุกท่านได้เห็นภาพการทำงานจริงอย่างเป็นรูปธรรม ทางทีมงานได้จัดเตรียม แพลตฟอร์มการนำเสนอแบบ Interactive Pitch Deck จำนวน 12 สไลด์ ที่จำลองการทำงานจริงอย่างละเอียด</a:t>
            </a:r>
          </a:p>
          <a:p/>
          <a:p>
            <a:r>
              <a:t>โดยประกอบด้วยสถาปัตยกรรมทางเทคนิค, 5 Use Cases หลักที่ออกแบบมาเพื่อภาษีไทยโดยเฉพาะ, และแผนการดำเนินงาน POC 8 สัปดาห์ พร้อมเสียงบรรยายจำลองแบบ Dual-Host ที่ปรับแต่งมาอย่างเป็นทางการ</a:t>
            </a:r>
          </a:p>
          <a:p/>
          <a:p>
            <a:r>
              <a:t>บัดนี้ ผมขออนุญาตนำพาทุกท่านเข้าสู่ระบบจำลองผ่านลิงก์โครงการ เพื่อร่วมทดสอบและสัมผัสประสบการณ์แห่งอนาคต ของ Dynamics 365 และ Copilot AI ไปพร้อมกันได้ ณ บัดนี้ครับ ขอเรียนเชิญทุกท่านครับ"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FUJITSU THAILAND (FTH) • EXECUTIVE OPENING KEYNOTE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Empowering Enterprise ERP with Microsoft Copilot AI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ยกระดับศักยภาพ Dynamics 365 Finance &amp; Operations สู่ยุค Autonomous AI &amp; ขับเคลื่อนคุณค่าเชิงกลยุทธ์ให้ ฟูจิตสึ ประเทศไทย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BRIEFING • SLIDE 1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🎯 จุดมุ่งหมายเชิงกลยุทธ์ของการบรรยายในวันนี้ (Executive Purpose)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1. การปฏิวัติระบบ ERP สู่ Autonomous AI: นำเสนอแนวทางการผสาน Dynamics 365 F&amp;O เข้ากับ Microsoft Copilot Studio เพื่อเปลี่ยนจากการทำงานแบบ Manual ซ้ำซ้อน สู่การประมวลผลอัจฉริยะแบบอัตโนมัติ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2. เจาะลึก Thai Localization &amp; Tax Compliance: แก้โจทย์ความซับซ้อนของภาษีไทย ทั้ง VAT 7%, ภาษีหัก ณ ที่จ่าย ภ.พ.30, ภ.ง.ด.3/53, และ e-Tax Invoice ให้ถูกต้อง แม่นยำ รวดเร็ว และตรวจสอบย้อนกลับได้ 100%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3. เสริมความแข็งแกร่งของผลิตภัณฑ์ &amp; มูลค่าของ FTH: ตอกย้ำความเป็นผู้นำของ ฟูจิตสึ ประเทศไทย ในฐานะ Trusted Partner ที่ครอบครอง High-Value Intellectual Property (IP) ด้าน AI ERP ในระดับภูมิภาค</a:t>
            </a:r>
          </a:p>
          <a:p>
            <a:pPr>
              <a:defRPr sz="1100" b="1">
                <a:solidFill>
                  <a:srgbClr val="A855F7"/>
                </a:solidFill>
                <a:latin typeface="Segoe UI"/>
              </a:defRPr>
            </a:pPr>
            <a:r>
              <a:t>🎤 ผู้นำเสนอ: Solution Principal &amp; Executive Host, Fujitsu Thailand (FTH) | ⏱️ ระยะเวลาเกริ่นนำ: ~2 นาที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MARKET DRIVERS &amp; BUSINESS CHALLENGES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Paradigm Shift: From System of Record to System of Intelligence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ทำไมระบบ ERP ในปัจจุบันจึงต้องก้าวข้ามขีดจำกัดเดิม สู่การเป็นระบบอัจฉริยะที่ช่วยวิเคราะห์และตัดสินใจ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BRIEFING • 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28416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F87171"/>
                </a:solidFill>
                <a:latin typeface="Segoe UI"/>
              </a:defRPr>
            </a:pPr>
            <a:r>
              <a:t>⚠️ ความท้าทายของ ERP ดั้งเดิม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งาน Manual สูง: พนักงานต้องใช้เวลากว่า 70% ตรวจสอบเอกสารใบแจ้งหนี้ PDF และใบเสร็จรับเงินด้วยตาเปล่า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ความเสี่ยงเรื่อง Human Error: การคีย์เลขประจำตัวผู้เสียภาษี 13 หลัก หรือรหัสสาขา 5 หลัก ผิดพลาด นำไปสู่ปัญหาภาษี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ปิดงวดบัญชีล่าช้า: คอขวดในช่วงสิ้นเดือน ส่งผลกระทบต่อการยื่นแบบ ภ.พ.30 และการบริหารสภาพคล่องขององค์กร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91640"/>
            <a:ext cx="3328416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A855F7"/>
                </a:solidFill>
                <a:latin typeface="Segoe UI"/>
              </a:defRPr>
            </a:pPr>
            <a:r>
              <a:t>🏛️ กฎระเบียบภาษีไทยที่เข้มงวด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นโยบาย e-Tax Mandate: กรมสรรพากรผลักดันระบบ e-Tax Invoice &amp; e-Receipt จำเป็นต้องมีระบบตรวจสอบความสมบูรณ์ก่อนส่ง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ภาษีหัก ณ ที่จ่าย (WHT): มีอัตราภาษีหลากหลายและเงื่อนไขซับซ้อนตามประเภทบริการ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โทษปรับและภาระดอกเบี้ย: ความผิดพลาดเพียงจุดเดียวส่งผลกระทบต่อการยื่นภาษีและสร้างภาระค่าใช้จ่ายที่ไม่จำเป็นแก่ธุรกิจ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🚀 โอกาสของ Fujitsu (FTH)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System of Intelligence: เปลี่ยน D365 F&amp;O ให้กลายเป็นศูนย์บัญชาการการเงินที่คิด วิเคราะห์ และตรวจทานข้อมูลล่วงหน้า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Human-in-the-Loop: AI ช่วยอ่านและร่างเอกสาร แต่ให้อำนาจการตัดสินใจและอนุมัติขั้นสุดท้ายแก่บุคลากรผู้เชี่ยวชาญ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สร้างแต้มต่อทางธุรกิจ: FTH สามารถส่งมอบโซลูชันที่เหนือกว่าคู่แข่งรายอื่นในตลาด และตอบโจทย์องค์กรยุคใหม่อย่างแท้จริง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PRODUCT EXCELLENCE &amp; STRATEGIC VALUE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Strengthening Dynamics 365 &amp; Maximizing Fujitsu (FTH) Enterprise Value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เสริมความแข็งแกร่งของโซลูชัน และสร้างมูลค่าเพิ่มมหาศาลให้กับ ฟูจิตสึ ประเทศไทย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BRIEFING • 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75504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  <a:latin typeface="Segoe UI"/>
              </a:defRPr>
            </a:pPr>
            <a:r>
              <a:t>💎 1. เสริมความแข็งแกร่งของผลิตภัณฑ์ (D365 F&amp;O)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Native Copilot Fusion: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ผสาน Microsoft Copilot Studio และ Azure AI เข้ากับ D365 ผ่าน Dataverse และ standard API โดยตรง ไม่มีการส่งข้อมูลออกนอกระบบ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Autonomous Draft Workflow: </a:t>
            </a:r>
            <a:r>
              <a:rPr sz="1050" b="0">
                <a:solidFill>
                  <a:srgbClr val="E2E8F0"/>
                </a:solidFill>
                <a:latin typeface="Segoe UI"/>
              </a:rPr>
              <a:t>AI ช่วยอ่านเอกสาร ตรวจสอบกฎระเบียบ และสร้าง Draft Vendor Invoice ล่วงหน้า ลดเวลางานลงกว่า 70%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Strict Human-in-the-Loop: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รักษาความปลอดภัยสูงสุด AI ทำหน้าที่เป็นผู้ช่วยจัดเตรียม แต่พนักงานต้องกด Confirm และ Approve เสมอก่อนโพสต์ลงสมุดบัญชี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Comprehensive Thai Localization: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ครอบคลุมรายงานภาษีไทยครบวงจร: ภ.พ.30, ภ.ง.ด.3, ภ.ง.ด.53, หนังสือรับรองการหักภาษี 50 ทวิ และ e-Tax XML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691640"/>
            <a:ext cx="5175504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F87171"/>
                </a:solidFill>
                <a:latin typeface="Segoe UI"/>
              </a:defRPr>
            </a:pPr>
            <a:r>
              <a:t>🏆 2. เพิ่มมูลค่าและแต้มต่อทางธุรกิจให้ Fujitsu (FTH)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First-Mover Advantage ในไทย: </a:t>
            </a:r>
            <a:r>
              <a:rPr sz="1050" b="0">
                <a:solidFill>
                  <a:srgbClr val="E2E8F0"/>
                </a:solidFill>
                <a:latin typeface="Segoe UI"/>
              </a:rPr>
              <a:t>FTH เป็นผู้นำรายแรกที่นำเสนอ Thai Localization Package ที่มี AI ฝังตัว ช่วยสร้างแต้มต่อที่ยากแก่การลอกเลียนแบบ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High-Margin Reusable IP: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สามารถแพ็กเกจเป็น Commercial IP Asset นำไปติดตั้งและต่อยอดให้กับลูกค้าองค์กรได้อย่างรวดเร็ว ลดเวลา Implement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ขยายฐานลูกค้าญี่ปุ่นและองค์กรชั้นนำ: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ตอบโจทย์ Japanese MNCs และกลุ่มธุรกิจขนาดใหญ่ในไทยที่ต้องการยกระดับ ERP ให้ทันสมัยและสอดรับกฎหมายไทย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Fujitsu Trusted Brand Heritage: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ผสานจุดแข็งด้าน Service Quality และมาตรฐานความปลอดภัยขั้นสูงของ Fujitsu เข้ากับนวัตกรรม AI ระดับโลกของ Microsoft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SOLUTION ROADMAP &amp; LIVE DEMONSTRATION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Executive Agenda &amp; Transition to Live Interactive Solution Pitch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โครงสร้างเนื้อหาที่จะได้รับชมในวันนี้ และการส่งมอบเข้าสู่แพลตฟอร์มจำลองระบบจริง (Interactive Deck)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BRIEFING • 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  <a:latin typeface="Segoe UI"/>
              </a:defRPr>
            </a:pPr>
            <a:r>
              <a:t>📑 4 ประเด็นสำคัญใน Live Interactive Solution Pitch (12 สไลด์)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1. Official Architecture: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สถาปัตยกรรมอ้างอิง Microsoft Copilot Studio &amp; Multi-Agent Framework ที่ทำงานร่วมกับ D365 อย่างปลอดภัย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2. Top 5 Thai Use Cases: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สาธิต 5 รูปแบบการใช้งานจริง: AP Invoice, Tax Compliance, e-Tax Gateway, Continuous Reconciliation และ Knowledge Q&amp;A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3. 8-Week POC Roadmap: </a:t>
            </a:r>
            <a:r>
              <a:rPr sz="1050" b="0">
                <a:solidFill>
                  <a:srgbClr val="E2E8F0"/>
                </a:solidFill>
                <a:latin typeface="Segoe UI"/>
              </a:rPr>
              <a:t>แผนการดำเนินงานโครงการนำร่อง 8 สัปดาห์ เพื่อประเมินผลความคุ้มค่า (ROI) และความพร้อมในการใช้งานจริง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4. Dual-Host AI Narration: </a:t>
            </a:r>
            <a:r>
              <a:rPr sz="1050" b="0">
                <a:solidFill>
                  <a:srgbClr val="E2E8F0"/>
                </a:solidFill>
                <a:latin typeface="Segoe UI"/>
              </a:rPr>
              <a:t>ระบบเสียงบรรยายจำลองแบบ Dual-Host รองรับทั้งภาษาอังกฤษและภาษาไทย พร้อมระบบเลื่อนสไลด์อัตโนมัติ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691640"/>
            <a:ext cx="4144975" cy="4434840"/>
          </a:xfrm>
          <a:prstGeom prst="roundRect">
            <a:avLst/>
          </a:prstGeom>
          <a:solidFill>
            <a:srgbClr val="141D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🚀 คำกล่าวส่งต่อและเปิดตัวระบบจำลอง (Live Handover)</a:t>
            </a:r>
          </a:p>
          <a:p>
            <a:pPr>
              <a:spcAft>
                <a:spcPts val="1600"/>
              </a:spcAft>
              <a:defRPr sz="1150" i="1">
                <a:solidFill>
                  <a:srgbClr val="A7F3D0"/>
                </a:solidFill>
                <a:latin typeface="Segoe UI"/>
              </a:defRPr>
            </a:pPr>
            <a:r>
              <a:t>"บัดนี้ ผมขอเรียนเชิญคณะผู้บริหารทุกท่าน ร่วมสัมผัสและทดสอบระบบจำลองจริงผ่าน Interactive Pitch Deck ได้ ณ บัดนี้ครับ..."</a:t>
            </a:r>
          </a:p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🌐 Direct Solution Link:</a:t>
            </a:r>
          </a:p>
          <a:p>
            <a:pPr>
              <a:spcAft>
                <a:spcPts val="14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https://wititgithub.github.io/fth-d365-fo-copilot-deck/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💡 คำแนะนำสำหรับพิธีกร:</a:t>
            </a:r>
            <a:br/>
            <a:r>
              <a:t>เมื่อกล่าวประโยคส่งมอบจบ สามารถคลิกเปิดลิงก์ด้านบน หรือสลับหน้าต่างไปยังเบราว์เซอร์เพื่อเริ่มระบบสไลด์จำลองได้ทันที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